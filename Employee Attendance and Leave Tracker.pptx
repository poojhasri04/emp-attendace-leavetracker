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Leave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for CRT Training</a:t>
            </a:r>
          </a:p>
          <a:p>
            <a:r>
              <a:t>Student-Friendly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struggle to manage employee leave requests manually. The system automates leave applications, approvals, tracking,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submits leave request</a:t>
            </a:r>
          </a:p>
          <a:p>
            <a:r>
              <a:t>• Manager reviews request</a:t>
            </a:r>
          </a:p>
          <a:p>
            <a:r>
              <a:t>• System validates leave balance</a:t>
            </a:r>
          </a:p>
          <a:p>
            <a:r>
              <a:t>• Database stores records</a:t>
            </a:r>
          </a:p>
          <a:p>
            <a:r>
              <a:t>• Dashboard tracks leave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leave processing</a:t>
            </a:r>
          </a:p>
          <a:p>
            <a:r>
              <a:t>• Reduced paperwork</a:t>
            </a:r>
          </a:p>
          <a:p>
            <a:r>
              <a:t>• Better transparency</a:t>
            </a:r>
          </a:p>
          <a:p>
            <a:r>
              <a:t>• Accurate leave records</a:t>
            </a:r>
          </a:p>
          <a:p>
            <a:r>
              <a:t>• Improved employee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Leave Management System improves efficiency, reduces errors, and provides a scalable digital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